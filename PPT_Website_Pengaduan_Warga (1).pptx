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640080"/>
            <a:ext cx="2834640" cy="2834640"/>
          </a:xfrm>
          <a:prstGeom prst="ellipse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2743200"/>
            <a:ext cx="1920240" cy="1920240"/>
          </a:xfrm>
          <a:prstGeom prst="ellipse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0" y="4297680"/>
            <a:ext cx="1097280" cy="1097280"/>
          </a:xfrm>
          <a:prstGeom prst="ellipse">
            <a:avLst/>
          </a:prstGeom>
          <a:solidFill>
            <a:srgbClr val="F5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21040" y="1417320"/>
            <a:ext cx="224028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68512" y="2011680"/>
            <a:ext cx="1325880" cy="109728"/>
          </a:xfrm>
          <a:prstGeom prst="roundRect">
            <a:avLst/>
          </a:prstGeom>
          <a:solidFill>
            <a:srgbClr val="CD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68512" y="2423160"/>
            <a:ext cx="1600200" cy="109728"/>
          </a:xfrm>
          <a:prstGeom prst="roundRect">
            <a:avLst/>
          </a:prstGeom>
          <a:solidFill>
            <a:srgbClr val="CD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68512" y="2834640"/>
            <a:ext cx="1234440" cy="109728"/>
          </a:xfrm>
          <a:prstGeom prst="roundRect">
            <a:avLst/>
          </a:prstGeom>
          <a:solidFill>
            <a:srgbClr val="CD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68512" y="3246120"/>
            <a:ext cx="1508760" cy="109728"/>
          </a:xfrm>
          <a:prstGeom prst="roundRect">
            <a:avLst/>
          </a:prstGeom>
          <a:solidFill>
            <a:srgbClr val="CD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784080" y="3401568"/>
            <a:ext cx="713232" cy="713232"/>
          </a:xfrm>
          <a:prstGeom prst="ellipse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38944" y="3465576"/>
            <a:ext cx="5943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51560"/>
            <a:ext cx="6858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2B1A4"/>
                </a:solidFill>
                <a:latin typeface="Aptos"/>
              </a:rPr>
              <a:t>PROYEK WEBSITE • SISTEM INFORMASI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91640"/>
            <a:ext cx="704088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WEBSITE
PENGADUAN WARGA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52044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DEE8F3"/>
                </a:solidFill>
                <a:latin typeface="Aptos"/>
              </a:rPr>
              <a:t>Solusi digital untuk pelaporan masalah lingkungan kepada 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2233E"/>
                </a:solidFill>
                <a:latin typeface="Aptos"/>
              </a:rPr>
              <a:t>Gambaran Umum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C7E"/>
                </a:solidFill>
                <a:latin typeface="Aptos"/>
              </a:rPr>
              <a:t>Ide proyek website untuk membantu komunikasi warga dan Ketua 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5B6C7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09928"/>
            <a:ext cx="64008" cy="320954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465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Apa itu website pengaduan?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3063240" cy="27340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F3E"/>
                </a:solidFill>
                <a:latin typeface="Aptos"/>
              </a:rPr>
              <a:t>Website yang menjadi tempat bagi warga untuk melaporkan masalah di lingkungan secara online.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709928"/>
            <a:ext cx="64008" cy="3209544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465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Siapa penggunanya?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40" cy="27340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F3E"/>
                </a:solidFill>
                <a:latin typeface="Aptos"/>
              </a:rPr>
              <a:t>Warga sebagai pelapor dan admin RT sebagai pihak yang menerima serta mengelola laporan.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709928"/>
            <a:ext cx="64008" cy="3209544"/>
          </a:xfrm>
          <a:prstGeom prst="rect">
            <a:avLst/>
          </a:prstGeom>
          <a:solidFill>
            <a:srgbClr val="F5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7465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Apa tujuannya?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67128"/>
            <a:ext cx="3063240" cy="27340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F3E"/>
                </a:solidFill>
                <a:latin typeface="Aptos"/>
              </a:rPr>
              <a:t>Membantu laporan tercatat, mudah dipantau, dan memiliki informasi tindak lanjut yang jelas.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2233E"/>
                </a:solidFill>
                <a:latin typeface="Aptos"/>
              </a:rPr>
              <a:t>Latar Belakang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C7E"/>
                </a:solidFill>
                <a:latin typeface="Aptos"/>
              </a:rPr>
              <a:t>Permasalahan yang akan diperiksa melalui wawancara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5B6C7E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1206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2233E"/>
                </a:solidFill>
                <a:latin typeface="Aptos"/>
              </a:rPr>
              <a:t>Contoh masalah lingkungan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1663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58568"/>
            <a:ext cx="64008" cy="475488"/>
          </a:xfrm>
          <a:prstGeom prst="rect">
            <a:avLst/>
          </a:prstGeom>
          <a:solidFill>
            <a:srgbClr val="F5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295144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Lampu jalan mati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15768"/>
            <a:ext cx="4800600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32F3E"/>
                </a:solidFill>
                <a:latin typeface="Aptos"/>
              </a:rPr>
              <a:t>Mengganggu penerangan dan kenyamanan warga.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90088"/>
            <a:ext cx="51663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099816"/>
            <a:ext cx="64008" cy="475488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3136392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Sampah menumpuk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557016"/>
            <a:ext cx="4800600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32F3E"/>
                </a:solidFill>
                <a:latin typeface="Aptos"/>
              </a:rPr>
              <a:t>Mengurangi kebersihan dan kenyamanan lingkungan.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31336"/>
            <a:ext cx="51663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941064"/>
            <a:ext cx="64008" cy="475488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977640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Jalan rusak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398264"/>
            <a:ext cx="4800600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32F3E"/>
                </a:solidFill>
                <a:latin typeface="Aptos"/>
              </a:rPr>
              <a:t>Berpotensi mengganggu aktivitas dan keselamatan.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72584"/>
            <a:ext cx="51663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782312"/>
            <a:ext cx="64008" cy="475488"/>
          </a:xfrm>
          <a:prstGeom prst="rect">
            <a:avLst/>
          </a:prstGeom>
          <a:solidFill>
            <a:srgbClr val="C8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4818888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Gangguan keamanan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5239512"/>
            <a:ext cx="4800600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32F3E"/>
                </a:solidFill>
                <a:latin typeface="Aptos"/>
              </a:rPr>
              <a:t>Perlu disampaikan agar dapat ditindaklanjuti.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00200"/>
            <a:ext cx="4846320" cy="4206240"/>
          </a:xfrm>
          <a:prstGeom prst="roundRect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4114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2233E"/>
                </a:solidFill>
                <a:latin typeface="Aptos"/>
              </a:rPr>
              <a:t>Kendala yang ingin diketahui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60604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• Bagaimana warga melaporkan masalah saat ini?</a:t>
            </a:r>
          </a:p>
          <a:p>
            <a:pPr>
              <a:spcAft>
                <a:spcPts val="15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• Apakah laporan sudah tercatat dengan baik?</a:t>
            </a:r>
          </a:p>
          <a:p>
            <a:pPr>
              <a:spcAft>
                <a:spcPts val="15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• Bagaimana warga mengetahui tindak lanjut laporan?</a:t>
            </a:r>
          </a:p>
          <a:p>
            <a:pPr>
              <a:spcAft>
                <a:spcPts val="1500"/>
              </a:spcAft>
              <a:defRPr sz="1600">
                <a:solidFill>
                  <a:srgbClr val="232F3E"/>
                </a:solidFill>
                <a:latin typeface="Aptos"/>
              </a:defRPr>
            </a:pPr>
            <a:r>
              <a:t>• Apa yang dibutuhkan RT agar laporan mudah dikelola?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2233E"/>
                </a:solidFill>
                <a:latin typeface="Aptos"/>
              </a:rPr>
              <a:t>Solusi yang Diusulkan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C7E"/>
                </a:solidFill>
                <a:latin typeface="Aptos"/>
              </a:rPr>
              <a:t>Pelaporan online dengan informasi status yang dapat dipantau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5B6C7E"/>
                </a:solidFill>
                <a:latin typeface="Aptos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1399032" y="1737360"/>
            <a:ext cx="713232" cy="713232"/>
          </a:xfrm>
          <a:prstGeom prst="ellipse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865376"/>
            <a:ext cx="56692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807208"/>
            <a:ext cx="64008" cy="179222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843784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Warga mengisi laporan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64408"/>
            <a:ext cx="196596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Judul, kategori, deskripsi, dan lokasi masalah.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193852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5B6C7E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279392" y="1737360"/>
            <a:ext cx="713232" cy="713232"/>
          </a:xfrm>
          <a:prstGeom prst="ellipse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865376"/>
            <a:ext cx="56692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697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66160" y="2807208"/>
            <a:ext cx="64008" cy="1792224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67328" y="2843784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Tambahkan foto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264408"/>
            <a:ext cx="196596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Foto membantu RT memahami kondisi yang dilaporkan.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1" y="193852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5B6C7E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159752" y="1737360"/>
            <a:ext cx="713232" cy="713232"/>
          </a:xfrm>
          <a:prstGeom prst="ellipse">
            <a:avLst/>
          </a:prstGeom>
          <a:solidFill>
            <a:srgbClr val="F5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59" y="1865376"/>
            <a:ext cx="56692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697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2807208"/>
            <a:ext cx="64008" cy="1792224"/>
          </a:xfrm>
          <a:prstGeom prst="rect">
            <a:avLst/>
          </a:prstGeom>
          <a:solidFill>
            <a:srgbClr val="F5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47688" y="2843784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RT memeriksa laporan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264408"/>
            <a:ext cx="196596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Admin melihat laporan yang masuk dan memberi status.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193852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5B6C7E"/>
                </a:solidFill>
                <a:latin typeface="Aptos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10040111" y="1737360"/>
            <a:ext cx="713232" cy="713232"/>
          </a:xfrm>
          <a:prstGeom prst="ellipse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04119" y="1865376"/>
            <a:ext cx="56692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697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326880" y="2807208"/>
            <a:ext cx="64008" cy="179222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28048" y="2843784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Warga memantau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264408"/>
            <a:ext cx="196596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Warga melihat perkembangan hingga laporan selesai.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 err="1">
                <a:solidFill>
                  <a:srgbClr val="12233E"/>
                </a:solidFill>
                <a:latin typeface="Aptos"/>
              </a:rPr>
              <a:t>Tujuan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2233E"/>
                </a:solidFill>
                <a:latin typeface="Aptos"/>
              </a:rPr>
              <a:t>utama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: </a:t>
            </a:r>
            <a:r>
              <a:rPr sz="1600" b="1" dirty="0" err="1">
                <a:solidFill>
                  <a:srgbClr val="12233E"/>
                </a:solidFill>
                <a:latin typeface="Aptos"/>
              </a:rPr>
              <a:t>membuat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 proses </a:t>
            </a:r>
            <a:r>
              <a:rPr sz="1600" b="1" dirty="0" err="1">
                <a:solidFill>
                  <a:srgbClr val="12233E"/>
                </a:solidFill>
                <a:latin typeface="Aptos"/>
              </a:rPr>
              <a:t>pelaporan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2233E"/>
                </a:solidFill>
                <a:latin typeface="Aptos"/>
              </a:rPr>
              <a:t>lebih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2233E"/>
                </a:solidFill>
                <a:latin typeface="Aptos"/>
              </a:rPr>
              <a:t>teratur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 dan </a:t>
            </a:r>
            <a:r>
              <a:rPr sz="1600" b="1" dirty="0" err="1">
                <a:solidFill>
                  <a:srgbClr val="12233E"/>
                </a:solidFill>
                <a:latin typeface="Aptos"/>
              </a:rPr>
              <a:t>memudahkan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2233E"/>
                </a:solidFill>
                <a:latin typeface="Aptos"/>
              </a:rPr>
              <a:t>pemantauan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2233E"/>
                </a:solidFill>
                <a:latin typeface="Aptos"/>
              </a:rPr>
              <a:t>tindak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2233E"/>
                </a:solidFill>
                <a:latin typeface="Aptos"/>
              </a:rPr>
              <a:t>lanjut</a:t>
            </a:r>
            <a:r>
              <a:rPr sz="1600" b="1" dirty="0">
                <a:solidFill>
                  <a:srgbClr val="12233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2233E"/>
                </a:solidFill>
                <a:latin typeface="Aptos"/>
              </a:rPr>
              <a:t>Fitur Utama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5B6C7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09928"/>
            <a:ext cx="64008" cy="138074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Form pengaduan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88036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Mengisi judul, kategori, lokasi, dan deskripsi.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09928"/>
            <a:ext cx="64008" cy="1380744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46504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Upload foto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288036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Melampirkan bukti foto masalah lingkungan.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00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709928"/>
            <a:ext cx="64008" cy="1380744"/>
          </a:xfrm>
          <a:prstGeom prst="rect">
            <a:avLst/>
          </a:prstGeom>
          <a:solidFill>
            <a:srgbClr val="F5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746504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Status laporan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167128"/>
            <a:ext cx="288036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Baru, diproses, atau selesai.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67328"/>
            <a:ext cx="64008" cy="1380744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803904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Riwayat pengaduan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24528"/>
            <a:ext cx="288036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Melihat laporan yang pernah dikirim.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57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767328"/>
            <a:ext cx="64008" cy="138074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803904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Dashboard admin 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24528"/>
            <a:ext cx="288036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Melihat dan mengelola laporan masuk.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657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79" y="3767328"/>
            <a:ext cx="64008" cy="1380744"/>
          </a:xfrm>
          <a:prstGeom prst="rect">
            <a:avLst/>
          </a:prstGeom>
          <a:solidFill>
            <a:srgbClr val="F5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6448" y="3803904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Tanggapan 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224528"/>
            <a:ext cx="288036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32F3E"/>
                </a:solidFill>
                <a:latin typeface="Aptos"/>
              </a:rPr>
              <a:t>Memberikan informasi tindak lanjut kepada warga.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2233E"/>
                </a:solidFill>
                <a:latin typeface="Aptos"/>
              </a:rPr>
              <a:t>Pengguna dan Alur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C7E"/>
                </a:solidFill>
                <a:latin typeface="Aptos"/>
              </a:rPr>
              <a:t>Dua jenis pengguna dengan tugas yang berbeda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5B6C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8006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755648"/>
            <a:ext cx="64008" cy="320954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92224"/>
            <a:ext cx="44348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2233E"/>
                </a:solidFill>
                <a:latin typeface="Aptos"/>
              </a:rPr>
              <a:t>Warga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12848"/>
            <a:ext cx="4434840" cy="27340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F3E"/>
                </a:solidFill>
                <a:latin typeface="Aptos"/>
              </a:rPr>
              <a:t>1. Membuka website
2. Mengisi form pengaduan
3. Mengunggah foto jika ada
4. Mengirim laporan
5. Melihat status dan riwayat laporan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45920"/>
            <a:ext cx="48006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1755648"/>
            <a:ext cx="64008" cy="3209544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1792224"/>
            <a:ext cx="44348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2233E"/>
                </a:solidFill>
                <a:latin typeface="Aptos"/>
              </a:rPr>
              <a:t>Admin 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212848"/>
            <a:ext cx="4434840" cy="27340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F3E"/>
                </a:solidFill>
                <a:latin typeface="Aptos"/>
              </a:rPr>
              <a:t>1. Login ke dashboard
2. Melihat laporan masuk
3. Memeriksa isi dan foto
4. Memperbarui status laporan
5. Memberikan tanggapan atau tindak lanjut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2233E"/>
                </a:solidFill>
                <a:latin typeface="Aptos"/>
              </a:rPr>
              <a:t>Rencana Wawancara Ketua 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C7E"/>
                </a:solidFill>
                <a:latin typeface="Aptos"/>
              </a:rPr>
              <a:t>Wawancara dilakukan untuk memastikan masalah dan kebutuhan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5B6C7E"/>
                </a:solidFill>
                <a:latin typeface="Aptos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508760"/>
            <a:ext cx="475488" cy="475488"/>
          </a:xfrm>
          <a:prstGeom prst="ellipse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581912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27048"/>
            <a:ext cx="9418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232F3E"/>
                </a:solidFill>
                <a:latin typeface="Aptos"/>
              </a:rPr>
              <a:t>Bagaimana warga menyampaikan pengaduan tentang masalah lingkungan saat ini?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350008"/>
            <a:ext cx="475488" cy="475488"/>
          </a:xfrm>
          <a:prstGeom prst="ellipse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423160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68296"/>
            <a:ext cx="9418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232F3E"/>
                </a:solidFill>
                <a:latin typeface="Aptos"/>
              </a:rPr>
              <a:t>Masalah lingkungan apa yang paling sering dilaporkan warga?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191256"/>
            <a:ext cx="475488" cy="475488"/>
          </a:xfrm>
          <a:prstGeom prst="ellipse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326440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09544"/>
            <a:ext cx="9418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232F3E"/>
                </a:solidFill>
                <a:latin typeface="Aptos"/>
              </a:rPr>
              <a:t>Apakah laporan pernah tidak tercatat atau terlambat ditangani?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032504"/>
            <a:ext cx="475488" cy="475488"/>
          </a:xfrm>
          <a:prstGeom prst="ellipse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6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50791"/>
            <a:ext cx="9418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232F3E"/>
                </a:solidFill>
                <a:latin typeface="Aptos"/>
              </a:rPr>
              <a:t>Bagaimana RT mencatat dan memantau pengaduan yang masuk?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873752"/>
            <a:ext cx="475488" cy="475488"/>
          </a:xfrm>
          <a:prstGeom prst="ellipse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946904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892040"/>
            <a:ext cx="9418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232F3E"/>
                </a:solidFill>
                <a:latin typeface="Aptos"/>
              </a:rPr>
              <a:t>Apakah website pengaduan warga akan membantu proses pelaporan?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C7E"/>
                </a:solidFill>
                <a:latin typeface="Aptos"/>
              </a:rPr>
              <a:t>Hasil wawancara akan digunakan untuk menyesuaikan fitur dengan kebutuhan RT yang sebenarnya.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2233E"/>
                </a:solidFill>
                <a:latin typeface="Aptos"/>
              </a:rPr>
              <a:t>Rencana Teknologi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C7E"/>
                </a:solidFill>
                <a:latin typeface="Aptos"/>
              </a:rPr>
              <a:t>Teknologi yang dapat digunakan untuk membuat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5B6C7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22037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1691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95728"/>
            <a:ext cx="1691640" cy="1728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Membuat struktur halaman.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0" y="1938528"/>
            <a:ext cx="64008" cy="2203704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72968" y="1975104"/>
            <a:ext cx="1691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395728"/>
            <a:ext cx="1691640" cy="1728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Mengatur tampilan dan tata letak.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0" y="1938528"/>
            <a:ext cx="64008" cy="2203704"/>
          </a:xfrm>
          <a:prstGeom prst="rect">
            <a:avLst/>
          </a:prstGeom>
          <a:solidFill>
            <a:srgbClr val="F5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4688" y="1975104"/>
            <a:ext cx="1691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395728"/>
            <a:ext cx="1691640" cy="1728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Menambahkan interaksi sederhana.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1938528"/>
            <a:ext cx="64008" cy="2203704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8" y="1975104"/>
            <a:ext cx="1691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PHP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2395728"/>
            <a:ext cx="1691640" cy="1728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Memproses data dan fungsi server.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59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66959" y="1938528"/>
            <a:ext cx="64008" cy="22037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68128" y="1975104"/>
            <a:ext cx="1691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8128" y="2395728"/>
            <a:ext cx="1691640" cy="1728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Menyimpan data pengguna dan pengaduan.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2233E"/>
                </a:solidFill>
                <a:latin typeface="Aptos"/>
              </a:rPr>
              <a:t>Manfaat yang Diharapkan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C7E"/>
                </a:solidFill>
                <a:latin typeface="Aptos"/>
              </a:rPr>
              <a:t>Manfaat berikut merupakan target yang ingin dicapai, bukan hasil yang sudah terbukti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5B6C7E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01368"/>
            <a:ext cx="64008" cy="1289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837944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Laporan lebih terstruktur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58568"/>
            <a:ext cx="480060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Informasi pengaduan tersimpan dalam satu sistem.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9164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46520" y="1801368"/>
            <a:ext cx="64008" cy="1289304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7688" y="1837944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Mudah dipantau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258568"/>
            <a:ext cx="480060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Warga dapat memeriksa status laporan.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767328"/>
            <a:ext cx="64008" cy="1289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803904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Membantu 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224528"/>
            <a:ext cx="480060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Admin dapat melihat daftar laporan dan memperbarui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65760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6520" y="3767328"/>
            <a:ext cx="64008" cy="1289304"/>
          </a:xfrm>
          <a:prstGeom prst="rect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47688" y="3803904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Dokumentasi lebih baik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224528"/>
            <a:ext cx="480060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Foto dan riwayat laporan dapat menjadi arsip.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5216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C7E"/>
                </a:solidFill>
                <a:latin typeface="Aptos"/>
              </a:rPr>
              <a:t>Keberhasilan proyek akan dievaluasi berdasarkan kebutuhan dan masukan dari Ketua RT serta calon pengguna.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B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2B1A4"/>
                </a:solidFill>
                <a:latin typeface="Aptos"/>
              </a:rP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7840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Website Pengaduan Warga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0">
                <a:solidFill>
                  <a:srgbClr val="E1EBF5"/>
                </a:solidFill>
                <a:latin typeface="Aptos"/>
              </a:rPr>
              <a:t>Diharapkan membantu warga menyampaikan masalah lingkungan dan membantu RT mengelola serta memantau laporan secara lebih teratur.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669280"/>
            <a:ext cx="6675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2B1A4"/>
                </a:solidFill>
                <a:latin typeface="Aptos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595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Pengaduan Warga</dc:title>
  <dc:subject>Proposal proyek website untuk RT</dc:subject>
  <dc:creator>OpenAI</dc:creator>
  <cp:keywords>Website, Pengaduan Warga, RT, Sistem Informasi</cp:keywords>
  <dc:description>generated using python-pptx</dc:description>
  <cp:lastModifiedBy>ryanhdyyt@gmail.com</cp:lastModifiedBy>
  <cp:revision>3</cp:revision>
  <dcterms:created xsi:type="dcterms:W3CDTF">2013-01-27T09:14:16Z</dcterms:created>
  <dcterms:modified xsi:type="dcterms:W3CDTF">2026-10-21T14:38:57Z</dcterms:modified>
  <cp:category/>
</cp:coreProperties>
</file>